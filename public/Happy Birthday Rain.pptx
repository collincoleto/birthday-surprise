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3A3A"/>
    <a:srgbClr val="C8B8A8"/>
    <a:srgbClr val="D6B36A"/>
    <a:srgbClr val="F7F1E8"/>
    <a:srgbClr val="F3DCDC"/>
    <a:srgbClr val="F5EF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0" y="-635"/>
            <a:ext cx="12192000" cy="6858635"/>
          </a:xfrm>
          <a:prstGeom prst="rect">
            <a:avLst/>
          </a:prstGeom>
          <a:solidFill>
            <a:srgbClr val="F3DCD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-4307840" y="2296795"/>
            <a:ext cx="4070985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solidFill>
                  <a:schemeClr val="bg1">
                    <a:lumMod val="65000"/>
                  </a:schemeClr>
                </a:solidFill>
                <a:latin typeface="Cormorant Garamond SemiBold" charset="0"/>
                <a:cs typeface="Cormorant Garamond SemiBold" charset="0"/>
              </a:rPr>
              <a:t>GREETINGS </a:t>
            </a:r>
            <a:endParaRPr lang="en-US" sz="4000">
              <a:solidFill>
                <a:schemeClr val="bg1">
                  <a:lumMod val="65000"/>
                </a:schemeClr>
              </a:solidFill>
              <a:latin typeface="Cormorant Garamond SemiBold" charset="0"/>
              <a:cs typeface="Cormorant Garamond SemiBold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-4307840" y="2997200"/>
            <a:ext cx="4070985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solidFill>
                  <a:schemeClr val="bg1">
                    <a:lumMod val="65000"/>
                  </a:schemeClr>
                </a:solidFill>
                <a:latin typeface="Cormorant Garamond SemiBold" charset="0"/>
                <a:cs typeface="Cormorant Garamond SemiBold" charset="0"/>
              </a:rPr>
              <a:t>CLOSING</a:t>
            </a:r>
            <a:endParaRPr lang="en-US" sz="4000">
              <a:solidFill>
                <a:schemeClr val="bg1">
                  <a:lumMod val="65000"/>
                </a:schemeClr>
              </a:solidFill>
              <a:latin typeface="Cormorant Garamond SemiBold" charset="0"/>
              <a:cs typeface="Cormorant Garamond SemiBold" charset="0"/>
            </a:endParaRPr>
          </a:p>
        </p:txBody>
      </p:sp>
      <p:sp>
        <p:nvSpPr>
          <p:cNvPr id="11" name="Horizontal Scroll 10"/>
          <p:cNvSpPr/>
          <p:nvPr/>
        </p:nvSpPr>
        <p:spPr>
          <a:xfrm>
            <a:off x="-5114290" y="195580"/>
            <a:ext cx="5311140" cy="1400810"/>
          </a:xfrm>
          <a:prstGeom prst="horizontalScroll">
            <a:avLst/>
          </a:prstGeom>
          <a:solidFill>
            <a:srgbClr val="F7F1E8"/>
          </a:solidFill>
          <a:ln>
            <a:solidFill>
              <a:srgbClr val="D6B36A"/>
            </a:solidFill>
          </a:ln>
          <a:effectLst>
            <a:outerShdw blurRad="50800" dist="38100" dir="8100000" algn="tr" rotWithShape="0">
              <a:srgbClr val="C8B8A8">
                <a:alpha val="75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-4493895" y="546100"/>
            <a:ext cx="4070985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solidFill>
                  <a:srgbClr val="3A3A3A"/>
                </a:solidFill>
                <a:latin typeface="Cormorant Garamond SemiBold" charset="0"/>
                <a:cs typeface="Cormorant Garamond SemiBold" charset="0"/>
              </a:rPr>
              <a:t>INTRODUCTION </a:t>
            </a:r>
            <a:endParaRPr lang="en-US" sz="4000">
              <a:solidFill>
                <a:srgbClr val="3A3A3A"/>
              </a:solidFill>
              <a:latin typeface="Cormorant Garamond SemiBold" charset="0"/>
              <a:cs typeface="Cormorant Garamond SemiBol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0" y="-635"/>
            <a:ext cx="12192000" cy="6858635"/>
          </a:xfrm>
          <a:prstGeom prst="rect">
            <a:avLst/>
          </a:prstGeom>
          <a:solidFill>
            <a:srgbClr val="F3DCD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-4307840" y="545465"/>
            <a:ext cx="4070985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solidFill>
                  <a:schemeClr val="bg1">
                    <a:lumMod val="65000"/>
                  </a:schemeClr>
                </a:solidFill>
                <a:latin typeface="Cormorant Garamond SemiBold" charset="0"/>
                <a:cs typeface="Cormorant Garamond SemiBold" charset="0"/>
              </a:rPr>
              <a:t>GREETINGS </a:t>
            </a:r>
            <a:endParaRPr lang="en-US" sz="4000">
              <a:solidFill>
                <a:schemeClr val="bg1">
                  <a:lumMod val="65000"/>
                </a:schemeClr>
              </a:solidFill>
              <a:latin typeface="Cormorant Garamond SemiBold" charset="0"/>
              <a:cs typeface="Cormorant Garamond SemiBold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-4307840" y="1245870"/>
            <a:ext cx="4070985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solidFill>
                  <a:schemeClr val="bg1">
                    <a:lumMod val="65000"/>
                  </a:schemeClr>
                </a:solidFill>
                <a:latin typeface="Cormorant Garamond SemiBold" charset="0"/>
                <a:cs typeface="Cormorant Garamond SemiBold" charset="0"/>
              </a:rPr>
              <a:t>CLOSING</a:t>
            </a:r>
            <a:endParaRPr lang="en-US" sz="4000">
              <a:solidFill>
                <a:schemeClr val="bg1">
                  <a:lumMod val="65000"/>
                </a:schemeClr>
              </a:solidFill>
              <a:latin typeface="Cormorant Garamond SemiBold" charset="0"/>
              <a:cs typeface="Cormorant Garamond SemiBold" charset="0"/>
            </a:endParaRPr>
          </a:p>
        </p:txBody>
      </p:sp>
      <p:sp>
        <p:nvSpPr>
          <p:cNvPr id="11" name="Horizontal Scroll 10"/>
          <p:cNvSpPr/>
          <p:nvPr/>
        </p:nvSpPr>
        <p:spPr>
          <a:xfrm>
            <a:off x="0" y="195580"/>
            <a:ext cx="5311140" cy="1400810"/>
          </a:xfrm>
          <a:prstGeom prst="horizontalScroll">
            <a:avLst/>
          </a:prstGeom>
          <a:solidFill>
            <a:srgbClr val="F7F1E8"/>
          </a:solidFill>
          <a:ln>
            <a:solidFill>
              <a:srgbClr val="D6B36A"/>
            </a:solidFill>
          </a:ln>
          <a:effectLst>
            <a:outerShdw blurRad="50800" dist="38100" dir="8100000" algn="tr" rotWithShape="0">
              <a:srgbClr val="C8B8A8">
                <a:alpha val="75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20395" y="545465"/>
            <a:ext cx="4070985" cy="700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5EFE6"/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en-US" sz="4000">
                <a:solidFill>
                  <a:srgbClr val="3A3A3A"/>
                </a:solidFill>
                <a:latin typeface="Cormorant Garamond SemiBold" charset="0"/>
                <a:cs typeface="Cormorant Garamond SemiBold" charset="0"/>
              </a:rPr>
              <a:t>INTRODUCTION </a:t>
            </a:r>
            <a:endParaRPr lang="en-US" sz="4000">
              <a:solidFill>
                <a:srgbClr val="3A3A3A"/>
              </a:solidFill>
              <a:latin typeface="Cormorant Garamond SemiBold" charset="0"/>
              <a:cs typeface="Cormorant Garamond SemiBold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229860" y="2900045"/>
            <a:ext cx="1732280" cy="610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Hi, Rain.</a:t>
            </a:r>
            <a:endParaRPr 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856990" y="3602355"/>
            <a:ext cx="4478655" cy="1233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I wanted to do something special for you</a:t>
            </a:r>
            <a:r>
              <a:rPr 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.</a:t>
            </a:r>
            <a:endParaRPr 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-4307840" y="545465"/>
            <a:ext cx="4070985" cy="700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5EFE6"/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en-US" sz="4000">
                <a:solidFill>
                  <a:srgbClr val="3A3A3A"/>
                </a:solidFill>
                <a:latin typeface="Cormorant Garamond SemiBold" charset="0"/>
                <a:cs typeface="Cormorant Garamond SemiBold" charset="0"/>
              </a:rPr>
              <a:t>INTRODUCTION </a:t>
            </a:r>
            <a:endParaRPr lang="en-US" sz="4000">
              <a:solidFill>
                <a:srgbClr val="3A3A3A"/>
              </a:solidFill>
              <a:latin typeface="Cormorant Garamond SemiBold" charset="0"/>
              <a:cs typeface="Cormorant Garamond SemiBold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0" y="-635"/>
            <a:ext cx="12192000" cy="6858635"/>
          </a:xfrm>
          <a:prstGeom prst="rect">
            <a:avLst/>
          </a:prstGeom>
          <a:solidFill>
            <a:srgbClr val="F3DCD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-4307840" y="1245870"/>
            <a:ext cx="4070985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solidFill>
                  <a:schemeClr val="bg1">
                    <a:lumMod val="65000"/>
                  </a:schemeClr>
                </a:solidFill>
                <a:latin typeface="Cormorant Garamond SemiBold" charset="0"/>
                <a:cs typeface="Cormorant Garamond SemiBold" charset="0"/>
              </a:rPr>
              <a:t>CLOSING</a:t>
            </a:r>
            <a:endParaRPr lang="en-US" sz="4000">
              <a:solidFill>
                <a:schemeClr val="bg1">
                  <a:lumMod val="65000"/>
                </a:schemeClr>
              </a:solidFill>
              <a:latin typeface="Cormorant Garamond SemiBold" charset="0"/>
              <a:cs typeface="Cormorant Garamond SemiBold" charset="0"/>
            </a:endParaRPr>
          </a:p>
        </p:txBody>
      </p:sp>
      <p:sp>
        <p:nvSpPr>
          <p:cNvPr id="11" name="Horizontal Scroll 10"/>
          <p:cNvSpPr/>
          <p:nvPr/>
        </p:nvSpPr>
        <p:spPr>
          <a:xfrm>
            <a:off x="0" y="195580"/>
            <a:ext cx="5311140" cy="1400810"/>
          </a:xfrm>
          <a:prstGeom prst="horizontalScroll">
            <a:avLst/>
          </a:prstGeom>
          <a:solidFill>
            <a:srgbClr val="F7F1E8"/>
          </a:solidFill>
          <a:ln>
            <a:solidFill>
              <a:srgbClr val="D6B36A"/>
            </a:solidFill>
          </a:ln>
          <a:effectLst>
            <a:outerShdw blurRad="50800" dist="38100" dir="8100000" algn="tr" rotWithShape="0">
              <a:srgbClr val="C8B8A8">
                <a:alpha val="75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4057650" y="2900045"/>
            <a:ext cx="4076065" cy="610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Happy 20th Birthday ✨</a:t>
            </a:r>
            <a:endParaRPr lang="en-US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856990" y="3602355"/>
            <a:ext cx="4478655" cy="1233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A small celebration for someone wonderful.</a:t>
            </a:r>
            <a:endParaRPr lang="en-US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145540" y="545465"/>
            <a:ext cx="3020695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solidFill>
                  <a:srgbClr val="3A3A3A"/>
                </a:solidFill>
                <a:latin typeface="Cormorant Garamond SemiBold" charset="0"/>
                <a:cs typeface="Cormorant Garamond SemiBold" charset="0"/>
              </a:rPr>
              <a:t>GREETINGS </a:t>
            </a:r>
            <a:endParaRPr lang="en-US" sz="4000">
              <a:solidFill>
                <a:srgbClr val="3A3A3A"/>
              </a:solidFill>
              <a:latin typeface="Cormorant Garamond SemiBold" charset="0"/>
              <a:cs typeface="Cormorant Garamond SemiBol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-4307840" y="545465"/>
            <a:ext cx="4070985" cy="700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5EFE6"/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en-US" sz="4000">
                <a:solidFill>
                  <a:srgbClr val="3A3A3A"/>
                </a:solidFill>
                <a:latin typeface="Cormorant Garamond SemiBold" charset="0"/>
                <a:cs typeface="Cormorant Garamond SemiBold" charset="0"/>
              </a:rPr>
              <a:t>INTRODUCTION </a:t>
            </a:r>
            <a:endParaRPr lang="en-US" sz="4000">
              <a:solidFill>
                <a:srgbClr val="3A3A3A"/>
              </a:solidFill>
              <a:latin typeface="Cormorant Garamond SemiBold" charset="0"/>
              <a:cs typeface="Cormorant Garamond SemiBold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0" y="-635"/>
            <a:ext cx="12192000" cy="6858635"/>
          </a:xfrm>
          <a:prstGeom prst="rect">
            <a:avLst/>
          </a:prstGeom>
          <a:solidFill>
            <a:srgbClr val="F3DCD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-4307840" y="1245870"/>
            <a:ext cx="4070985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solidFill>
                  <a:schemeClr val="bg1">
                    <a:lumMod val="65000"/>
                  </a:schemeClr>
                </a:solidFill>
                <a:latin typeface="Cormorant Garamond SemiBold" charset="0"/>
                <a:cs typeface="Cormorant Garamond SemiBold" charset="0"/>
              </a:rPr>
              <a:t>CLOSING</a:t>
            </a:r>
            <a:endParaRPr lang="en-US" sz="4000">
              <a:solidFill>
                <a:schemeClr val="bg1">
                  <a:lumMod val="65000"/>
                </a:schemeClr>
              </a:solidFill>
              <a:latin typeface="Cormorant Garamond SemiBold" charset="0"/>
              <a:cs typeface="Cormorant Garamond SemiBold" charset="0"/>
            </a:endParaRPr>
          </a:p>
        </p:txBody>
      </p:sp>
      <p:sp>
        <p:nvSpPr>
          <p:cNvPr id="11" name="Horizontal Scroll 10"/>
          <p:cNvSpPr/>
          <p:nvPr/>
        </p:nvSpPr>
        <p:spPr>
          <a:xfrm>
            <a:off x="0" y="195580"/>
            <a:ext cx="5311140" cy="1400810"/>
          </a:xfrm>
          <a:prstGeom prst="horizontalScroll">
            <a:avLst/>
          </a:prstGeom>
          <a:solidFill>
            <a:srgbClr val="F7F1E8"/>
          </a:solidFill>
          <a:ln>
            <a:solidFill>
              <a:srgbClr val="D6B36A"/>
            </a:solidFill>
          </a:ln>
          <a:effectLst>
            <a:outerShdw blurRad="50800" dist="38100" dir="8100000" algn="tr" rotWithShape="0">
              <a:srgbClr val="C8B8A8">
                <a:alpha val="75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4057650" y="2900045"/>
            <a:ext cx="4076065" cy="610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20</a:t>
            </a:r>
            <a:endParaRPr lang="en-US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856990" y="3602355"/>
            <a:ext cx="4478655" cy="1233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A beautiful age</a:t>
            </a:r>
            <a:endParaRPr lang="en-US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A gentle beginning</a:t>
            </a:r>
            <a:endParaRPr lang="en-US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A year meant for you</a:t>
            </a:r>
            <a:endParaRPr lang="en-US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145540" y="545465"/>
            <a:ext cx="3020695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solidFill>
                  <a:srgbClr val="3A3A3A"/>
                </a:solidFill>
                <a:latin typeface="Cormorant Garamond SemiBold" charset="0"/>
                <a:cs typeface="Cormorant Garamond SemiBold" charset="0"/>
              </a:rPr>
              <a:t>GREETINGS </a:t>
            </a:r>
            <a:endParaRPr lang="en-US" sz="4000">
              <a:solidFill>
                <a:srgbClr val="3A3A3A"/>
              </a:solidFill>
              <a:latin typeface="Cormorant Garamond SemiBold" charset="0"/>
              <a:cs typeface="Cormorant Garamond SemiBol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-4307840" y="545465"/>
            <a:ext cx="4070985" cy="700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5EFE6"/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en-US" sz="4000">
                <a:solidFill>
                  <a:srgbClr val="3A3A3A"/>
                </a:solidFill>
                <a:latin typeface="Cormorant Garamond SemiBold" charset="0"/>
                <a:cs typeface="Cormorant Garamond SemiBold" charset="0"/>
              </a:rPr>
              <a:t>INTRODUCTION </a:t>
            </a:r>
            <a:endParaRPr lang="en-US" sz="4000">
              <a:solidFill>
                <a:srgbClr val="3A3A3A"/>
              </a:solidFill>
              <a:latin typeface="Cormorant Garamond SemiBold" charset="0"/>
              <a:cs typeface="Cormorant Garamond SemiBold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0" y="-635"/>
            <a:ext cx="12192000" cy="6858635"/>
          </a:xfrm>
          <a:prstGeom prst="rect">
            <a:avLst/>
          </a:prstGeom>
          <a:solidFill>
            <a:srgbClr val="F3DCD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-4307840" y="1245870"/>
            <a:ext cx="4070985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solidFill>
                  <a:schemeClr val="bg1">
                    <a:lumMod val="65000"/>
                  </a:schemeClr>
                </a:solidFill>
                <a:latin typeface="Cormorant Garamond SemiBold" charset="0"/>
                <a:cs typeface="Cormorant Garamond SemiBold" charset="0"/>
              </a:rPr>
              <a:t>CLOSING</a:t>
            </a:r>
            <a:endParaRPr lang="en-US" sz="4000">
              <a:solidFill>
                <a:schemeClr val="bg1">
                  <a:lumMod val="65000"/>
                </a:schemeClr>
              </a:solidFill>
              <a:latin typeface="Cormorant Garamond SemiBold" charset="0"/>
              <a:cs typeface="Cormorant Garamond SemiBold" charset="0"/>
            </a:endParaRPr>
          </a:p>
        </p:txBody>
      </p:sp>
      <p:sp>
        <p:nvSpPr>
          <p:cNvPr id="11" name="Horizontal Scroll 10"/>
          <p:cNvSpPr/>
          <p:nvPr/>
        </p:nvSpPr>
        <p:spPr>
          <a:xfrm>
            <a:off x="0" y="195580"/>
            <a:ext cx="5311140" cy="1400810"/>
          </a:xfrm>
          <a:prstGeom prst="horizontalScroll">
            <a:avLst/>
          </a:prstGeom>
          <a:solidFill>
            <a:srgbClr val="F7F1E8"/>
          </a:solidFill>
          <a:ln>
            <a:solidFill>
              <a:srgbClr val="D6B36A"/>
            </a:solidFill>
          </a:ln>
          <a:effectLst>
            <a:outerShdw blurRad="50800" dist="38100" dir="8100000" algn="tr" rotWithShape="0">
              <a:srgbClr val="C8B8A8">
                <a:alpha val="75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3440430" y="2900045"/>
            <a:ext cx="5311140" cy="610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There’s something about you…</a:t>
            </a:r>
            <a:endParaRPr lang="en-US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856990" y="3602355"/>
            <a:ext cx="4478655" cy="1233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The way you smile</a:t>
            </a:r>
            <a:endParaRPr lang="en-US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The way you laugh</a:t>
            </a:r>
            <a:endParaRPr lang="en-US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The calm you bring without trying</a:t>
            </a:r>
            <a:endParaRPr lang="en-US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145540" y="545465"/>
            <a:ext cx="3020695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solidFill>
                  <a:srgbClr val="3A3A3A"/>
                </a:solidFill>
                <a:latin typeface="Cormorant Garamond SemiBold" charset="0"/>
                <a:cs typeface="Cormorant Garamond SemiBold" charset="0"/>
              </a:rPr>
              <a:t>GREETINGS </a:t>
            </a:r>
            <a:endParaRPr lang="en-US" sz="4000">
              <a:solidFill>
                <a:srgbClr val="3A3A3A"/>
              </a:solidFill>
              <a:latin typeface="Cormorant Garamond SemiBold" charset="0"/>
              <a:cs typeface="Cormorant Garamond SemiBol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-4307840" y="545465"/>
            <a:ext cx="4070985" cy="700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5EFE6"/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en-US" sz="4000">
                <a:solidFill>
                  <a:srgbClr val="3A3A3A"/>
                </a:solidFill>
                <a:latin typeface="Cormorant Garamond SemiBold" charset="0"/>
                <a:cs typeface="Cormorant Garamond SemiBold" charset="0"/>
              </a:rPr>
              <a:t>INTRODUCTION </a:t>
            </a:r>
            <a:endParaRPr lang="en-US" sz="4000">
              <a:solidFill>
                <a:srgbClr val="3A3A3A"/>
              </a:solidFill>
              <a:latin typeface="Cormorant Garamond SemiBold" charset="0"/>
              <a:cs typeface="Cormorant Garamond SemiBold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0" y="-635"/>
            <a:ext cx="12192000" cy="6858635"/>
          </a:xfrm>
          <a:prstGeom prst="rect">
            <a:avLst/>
          </a:prstGeom>
          <a:solidFill>
            <a:srgbClr val="F3DCD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-4307840" y="1245870"/>
            <a:ext cx="4070985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solidFill>
                  <a:schemeClr val="bg1">
                    <a:lumMod val="65000"/>
                  </a:schemeClr>
                </a:solidFill>
                <a:latin typeface="Cormorant Garamond SemiBold" charset="0"/>
                <a:cs typeface="Cormorant Garamond SemiBold" charset="0"/>
              </a:rPr>
              <a:t>CLOSING</a:t>
            </a:r>
            <a:endParaRPr lang="en-US" sz="4000">
              <a:solidFill>
                <a:schemeClr val="bg1">
                  <a:lumMod val="65000"/>
                </a:schemeClr>
              </a:solidFill>
              <a:latin typeface="Cormorant Garamond SemiBold" charset="0"/>
              <a:cs typeface="Cormorant Garamond SemiBold" charset="0"/>
            </a:endParaRPr>
          </a:p>
        </p:txBody>
      </p:sp>
      <p:sp>
        <p:nvSpPr>
          <p:cNvPr id="11" name="Horizontal Scroll 10"/>
          <p:cNvSpPr/>
          <p:nvPr/>
        </p:nvSpPr>
        <p:spPr>
          <a:xfrm>
            <a:off x="0" y="195580"/>
            <a:ext cx="5311140" cy="1400810"/>
          </a:xfrm>
          <a:prstGeom prst="horizontalScroll">
            <a:avLst/>
          </a:prstGeom>
          <a:solidFill>
            <a:srgbClr val="F7F1E8"/>
          </a:solidFill>
          <a:ln>
            <a:solidFill>
              <a:srgbClr val="D6B36A"/>
            </a:solidFill>
          </a:ln>
          <a:effectLst>
            <a:outerShdw blurRad="50800" dist="38100" dir="8100000" algn="tr" rotWithShape="0">
              <a:srgbClr val="C8B8A8">
                <a:alpha val="75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3192145" y="2900045"/>
            <a:ext cx="5807710" cy="610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On your birthday, I hope you feel…</a:t>
            </a:r>
            <a:endParaRPr lang="en-US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856990" y="3602355"/>
            <a:ext cx="4478655" cy="1233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Appreciated</a:t>
            </a:r>
            <a:endParaRPr lang="en-US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Celebrated</a:t>
            </a:r>
            <a:endParaRPr lang="en-US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And quietly happy</a:t>
            </a:r>
            <a:endParaRPr lang="en-US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145540" y="545465"/>
            <a:ext cx="3020695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solidFill>
                  <a:srgbClr val="3A3A3A"/>
                </a:solidFill>
                <a:latin typeface="Cormorant Garamond SemiBold" charset="0"/>
                <a:cs typeface="Cormorant Garamond SemiBold" charset="0"/>
              </a:rPr>
              <a:t>GREETINGS </a:t>
            </a:r>
            <a:endParaRPr lang="en-US" sz="4000">
              <a:solidFill>
                <a:srgbClr val="3A3A3A"/>
              </a:solidFill>
              <a:latin typeface="Cormorant Garamond SemiBold" charset="0"/>
              <a:cs typeface="Cormorant Garamond SemiBol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-4307840" y="545465"/>
            <a:ext cx="4070985" cy="700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5EFE6"/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en-US" sz="4000">
                <a:solidFill>
                  <a:srgbClr val="3A3A3A"/>
                </a:solidFill>
                <a:latin typeface="Cormorant Garamond SemiBold" charset="0"/>
                <a:cs typeface="Cormorant Garamond SemiBold" charset="0"/>
              </a:rPr>
              <a:t>INTRODUCTION </a:t>
            </a:r>
            <a:endParaRPr lang="en-US" sz="4000">
              <a:solidFill>
                <a:srgbClr val="3A3A3A"/>
              </a:solidFill>
              <a:latin typeface="Cormorant Garamond SemiBold" charset="0"/>
              <a:cs typeface="Cormorant Garamond SemiBold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0" y="-635"/>
            <a:ext cx="12192000" cy="6858635"/>
          </a:xfrm>
          <a:prstGeom prst="rect">
            <a:avLst/>
          </a:prstGeom>
          <a:solidFill>
            <a:srgbClr val="F3DCD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-4307840" y="1245870"/>
            <a:ext cx="4070985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solidFill>
                  <a:schemeClr val="bg1">
                    <a:lumMod val="65000"/>
                  </a:schemeClr>
                </a:solidFill>
                <a:latin typeface="Cormorant Garamond SemiBold" charset="0"/>
                <a:cs typeface="Cormorant Garamond SemiBold" charset="0"/>
              </a:rPr>
              <a:t>CLOSING</a:t>
            </a:r>
            <a:endParaRPr lang="en-US" sz="4000">
              <a:solidFill>
                <a:schemeClr val="bg1">
                  <a:lumMod val="65000"/>
                </a:schemeClr>
              </a:solidFill>
              <a:latin typeface="Cormorant Garamond SemiBold" charset="0"/>
              <a:cs typeface="Cormorant Garamond SemiBold" charset="0"/>
            </a:endParaRPr>
          </a:p>
        </p:txBody>
      </p:sp>
      <p:sp>
        <p:nvSpPr>
          <p:cNvPr id="11" name="Horizontal Scroll 10"/>
          <p:cNvSpPr/>
          <p:nvPr/>
        </p:nvSpPr>
        <p:spPr>
          <a:xfrm>
            <a:off x="0" y="195580"/>
            <a:ext cx="5311140" cy="1400810"/>
          </a:xfrm>
          <a:prstGeom prst="horizontalScroll">
            <a:avLst/>
          </a:prstGeom>
          <a:solidFill>
            <a:srgbClr val="F7F1E8"/>
          </a:solidFill>
          <a:ln>
            <a:solidFill>
              <a:srgbClr val="D6B36A"/>
            </a:solidFill>
          </a:ln>
          <a:effectLst>
            <a:outerShdw blurRad="50800" dist="38100" dir="8100000" algn="tr" rotWithShape="0">
              <a:srgbClr val="C8B8A8">
                <a:alpha val="75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3192145" y="2900045"/>
            <a:ext cx="5807710" cy="610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This moment</a:t>
            </a:r>
            <a:endParaRPr lang="en-US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856990" y="3602355"/>
            <a:ext cx="4478655" cy="1233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Feels like you—soft and warm</a:t>
            </a:r>
            <a:endParaRPr lang="en-US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145540" y="545465"/>
            <a:ext cx="3020695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solidFill>
                  <a:srgbClr val="3A3A3A"/>
                </a:solidFill>
                <a:latin typeface="Cormorant Garamond SemiBold" charset="0"/>
                <a:cs typeface="Cormorant Garamond SemiBold" charset="0"/>
              </a:rPr>
              <a:t>GREETINGS </a:t>
            </a:r>
            <a:endParaRPr lang="en-US" sz="4000">
              <a:solidFill>
                <a:srgbClr val="3A3A3A"/>
              </a:solidFill>
              <a:latin typeface="Cormorant Garamond SemiBold" charset="0"/>
              <a:cs typeface="Cormorant Garamond SemiBold" charset="0"/>
            </a:endParaRPr>
          </a:p>
        </p:txBody>
      </p:sp>
      <p:pic>
        <p:nvPicPr>
          <p:cNvPr id="8" name="Picture 7" descr="photo_6235264685628394595_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7210" y="1946275"/>
            <a:ext cx="3726180" cy="37217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-4307840" y="545465"/>
            <a:ext cx="4070985" cy="700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5EFE6"/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en-US" sz="4000">
                <a:solidFill>
                  <a:srgbClr val="3A3A3A"/>
                </a:solidFill>
                <a:latin typeface="Cormorant Garamond SemiBold" charset="0"/>
                <a:cs typeface="Cormorant Garamond SemiBold" charset="0"/>
              </a:rPr>
              <a:t>INTRODUCTION </a:t>
            </a:r>
            <a:endParaRPr lang="en-US" sz="4000">
              <a:solidFill>
                <a:srgbClr val="3A3A3A"/>
              </a:solidFill>
              <a:latin typeface="Cormorant Garamond SemiBold" charset="0"/>
              <a:cs typeface="Cormorant Garamond SemiBold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0" y="-635"/>
            <a:ext cx="12192000" cy="6858635"/>
          </a:xfrm>
          <a:prstGeom prst="rect">
            <a:avLst/>
          </a:prstGeom>
          <a:solidFill>
            <a:srgbClr val="F3DCD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-4307840" y="1245870"/>
            <a:ext cx="4070985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solidFill>
                  <a:schemeClr val="bg1">
                    <a:lumMod val="65000"/>
                  </a:schemeClr>
                </a:solidFill>
                <a:latin typeface="Cormorant Garamond SemiBold" charset="0"/>
                <a:cs typeface="Cormorant Garamond SemiBold" charset="0"/>
              </a:rPr>
              <a:t>CLOSING</a:t>
            </a:r>
            <a:endParaRPr lang="en-US" sz="4000">
              <a:solidFill>
                <a:schemeClr val="bg1">
                  <a:lumMod val="65000"/>
                </a:schemeClr>
              </a:solidFill>
              <a:latin typeface="Cormorant Garamond SemiBold" charset="0"/>
              <a:cs typeface="Cormorant Garamond SemiBold" charset="0"/>
            </a:endParaRPr>
          </a:p>
        </p:txBody>
      </p:sp>
      <p:sp>
        <p:nvSpPr>
          <p:cNvPr id="11" name="Horizontal Scroll 10"/>
          <p:cNvSpPr/>
          <p:nvPr/>
        </p:nvSpPr>
        <p:spPr>
          <a:xfrm>
            <a:off x="0" y="195580"/>
            <a:ext cx="5311140" cy="1400810"/>
          </a:xfrm>
          <a:prstGeom prst="horizontalScroll">
            <a:avLst/>
          </a:prstGeom>
          <a:solidFill>
            <a:srgbClr val="F7F1E8"/>
          </a:solidFill>
          <a:ln>
            <a:solidFill>
              <a:srgbClr val="D6B36A"/>
            </a:solidFill>
          </a:ln>
          <a:effectLst>
            <a:outerShdw blurRad="50800" dist="38100" dir="8100000" algn="tr" rotWithShape="0">
              <a:srgbClr val="C8B8A8">
                <a:alpha val="75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3192145" y="2900045"/>
            <a:ext cx="5807710" cy="610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I wish you days</a:t>
            </a:r>
            <a:endParaRPr lang="en-US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856990" y="3602355"/>
            <a:ext cx="4478655" cy="1233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That feel light</a:t>
            </a:r>
            <a:endParaRPr lang="en-US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Nights that feel peaceful</a:t>
            </a:r>
            <a:endParaRPr lang="en-US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And dreams that slowly come true</a:t>
            </a:r>
            <a:endParaRPr lang="en-US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145540" y="545465"/>
            <a:ext cx="3020695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solidFill>
                  <a:srgbClr val="3A3A3A"/>
                </a:solidFill>
                <a:latin typeface="Cormorant Garamond SemiBold" charset="0"/>
                <a:cs typeface="Cormorant Garamond SemiBold" charset="0"/>
              </a:rPr>
              <a:t>GREETINGS </a:t>
            </a:r>
            <a:endParaRPr lang="en-US" sz="4000">
              <a:solidFill>
                <a:srgbClr val="3A3A3A"/>
              </a:solidFill>
              <a:latin typeface="Cormorant Garamond SemiBold" charset="0"/>
              <a:cs typeface="Cormorant Garamond SemiBol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-4307840" y="545465"/>
            <a:ext cx="4070985" cy="700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5EFE6"/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en-US" sz="4000">
                <a:solidFill>
                  <a:srgbClr val="3A3A3A"/>
                </a:solidFill>
                <a:latin typeface="Cormorant Garamond SemiBold" charset="0"/>
                <a:cs typeface="Cormorant Garamond SemiBold" charset="0"/>
              </a:rPr>
              <a:t>INTRODUCTION </a:t>
            </a:r>
            <a:endParaRPr lang="en-US" sz="4000">
              <a:solidFill>
                <a:srgbClr val="3A3A3A"/>
              </a:solidFill>
              <a:latin typeface="Cormorant Garamond SemiBold" charset="0"/>
              <a:cs typeface="Cormorant Garamond SemiBold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0" y="-635"/>
            <a:ext cx="12192000" cy="6858635"/>
          </a:xfrm>
          <a:prstGeom prst="rect">
            <a:avLst/>
          </a:prstGeom>
          <a:solidFill>
            <a:srgbClr val="F3DCD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-4307840" y="1245870"/>
            <a:ext cx="4070985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solidFill>
                  <a:schemeClr val="bg1">
                    <a:lumMod val="65000"/>
                  </a:schemeClr>
                </a:solidFill>
                <a:latin typeface="Cormorant Garamond SemiBold" charset="0"/>
                <a:cs typeface="Cormorant Garamond SemiBold" charset="0"/>
              </a:rPr>
              <a:t>CLOSING</a:t>
            </a:r>
            <a:endParaRPr lang="en-US" sz="4000">
              <a:solidFill>
                <a:schemeClr val="bg1">
                  <a:lumMod val="65000"/>
                </a:schemeClr>
              </a:solidFill>
              <a:latin typeface="Cormorant Garamond SemiBold" charset="0"/>
              <a:cs typeface="Cormorant Garamond SemiBold" charset="0"/>
            </a:endParaRPr>
          </a:p>
        </p:txBody>
      </p:sp>
      <p:sp>
        <p:nvSpPr>
          <p:cNvPr id="11" name="Horizontal Scroll 10"/>
          <p:cNvSpPr/>
          <p:nvPr/>
        </p:nvSpPr>
        <p:spPr>
          <a:xfrm>
            <a:off x="0" y="195580"/>
            <a:ext cx="5311140" cy="1400810"/>
          </a:xfrm>
          <a:prstGeom prst="horizontalScroll">
            <a:avLst/>
          </a:prstGeom>
          <a:solidFill>
            <a:srgbClr val="F7F1E8"/>
          </a:solidFill>
          <a:ln>
            <a:solidFill>
              <a:srgbClr val="D6B36A"/>
            </a:solidFill>
          </a:ln>
          <a:effectLst>
            <a:outerShdw blurRad="50800" dist="38100" dir="8100000" algn="tr" rotWithShape="0">
              <a:srgbClr val="C8B8A8">
                <a:alpha val="75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3192145" y="2900045"/>
            <a:ext cx="5807710" cy="610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I’m thankful</a:t>
            </a:r>
            <a:endParaRPr lang="en-US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856990" y="3602355"/>
            <a:ext cx="4478655" cy="1233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I get to know you</a:t>
            </a:r>
            <a:endParaRPr lang="en-US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And I’m glad I get to celebrate you today</a:t>
            </a:r>
            <a:endParaRPr lang="en-US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145540" y="545465"/>
            <a:ext cx="3020695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solidFill>
                  <a:srgbClr val="3A3A3A"/>
                </a:solidFill>
                <a:latin typeface="Cormorant Garamond SemiBold" charset="0"/>
                <a:cs typeface="Cormorant Garamond SemiBold" charset="0"/>
              </a:rPr>
              <a:t>GREETINGS </a:t>
            </a:r>
            <a:endParaRPr lang="en-US" sz="4000">
              <a:solidFill>
                <a:srgbClr val="3A3A3A"/>
              </a:solidFill>
              <a:latin typeface="Cormorant Garamond SemiBold" charset="0"/>
              <a:cs typeface="Cormorant Garamond SemiBol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-4307840" y="545465"/>
            <a:ext cx="4070985" cy="700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5EFE6"/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en-US" sz="4000">
                <a:solidFill>
                  <a:srgbClr val="3A3A3A"/>
                </a:solidFill>
                <a:latin typeface="Cormorant Garamond SemiBold" charset="0"/>
                <a:cs typeface="Cormorant Garamond SemiBold" charset="0"/>
              </a:rPr>
              <a:t>INTRODUCTION </a:t>
            </a:r>
            <a:endParaRPr lang="en-US" sz="4000">
              <a:solidFill>
                <a:srgbClr val="3A3A3A"/>
              </a:solidFill>
              <a:latin typeface="Cormorant Garamond SemiBold" charset="0"/>
              <a:cs typeface="Cormorant Garamond SemiBold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0" y="-635"/>
            <a:ext cx="12192000" cy="6858635"/>
          </a:xfrm>
          <a:prstGeom prst="rect">
            <a:avLst/>
          </a:prstGeom>
          <a:solidFill>
            <a:srgbClr val="F3DCD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-4307840" y="1245870"/>
            <a:ext cx="4070985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solidFill>
                  <a:schemeClr val="bg1">
                    <a:lumMod val="65000"/>
                  </a:schemeClr>
                </a:solidFill>
                <a:latin typeface="Cormorant Garamond SemiBold" charset="0"/>
                <a:cs typeface="Cormorant Garamond SemiBold" charset="0"/>
              </a:rPr>
              <a:t>CLOSING</a:t>
            </a:r>
            <a:endParaRPr lang="en-US" sz="4000">
              <a:solidFill>
                <a:schemeClr val="bg1">
                  <a:lumMod val="65000"/>
                </a:schemeClr>
              </a:solidFill>
              <a:latin typeface="Cormorant Garamond SemiBold" charset="0"/>
              <a:cs typeface="Cormorant Garamond SemiBold" charset="0"/>
            </a:endParaRPr>
          </a:p>
        </p:txBody>
      </p:sp>
      <p:sp>
        <p:nvSpPr>
          <p:cNvPr id="11" name="Horizontal Scroll 10"/>
          <p:cNvSpPr/>
          <p:nvPr/>
        </p:nvSpPr>
        <p:spPr>
          <a:xfrm>
            <a:off x="0" y="195580"/>
            <a:ext cx="5311140" cy="1400810"/>
          </a:xfrm>
          <a:prstGeom prst="horizontalScroll">
            <a:avLst/>
          </a:prstGeom>
          <a:solidFill>
            <a:srgbClr val="F7F1E8"/>
          </a:solidFill>
          <a:ln>
            <a:solidFill>
              <a:srgbClr val="D6B36A"/>
            </a:solidFill>
          </a:ln>
          <a:effectLst>
            <a:outerShdw blurRad="50800" dist="38100" dir="8100000" algn="tr" rotWithShape="0">
              <a:srgbClr val="C8B8A8">
                <a:alpha val="75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3192145" y="2900045"/>
            <a:ext cx="5807710" cy="610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Choose one</a:t>
            </a:r>
            <a:endParaRPr lang="zh-CN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856990" y="3602355"/>
            <a:ext cx="4478655" cy="1233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Me or Me                       You can just message the answer later </a:t>
            </a:r>
            <a:r>
              <a:rPr lang="zh-CN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  <a:sym typeface="+mn-ea"/>
              </a:rPr>
              <a:t>😉</a:t>
            </a:r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	</a:t>
            </a:r>
            <a:endParaRPr lang="en-US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145540" y="545465"/>
            <a:ext cx="3020695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solidFill>
                  <a:srgbClr val="3A3A3A"/>
                </a:solidFill>
                <a:latin typeface="Cormorant Garamond SemiBold" charset="0"/>
                <a:cs typeface="Cormorant Garamond SemiBold" charset="0"/>
              </a:rPr>
              <a:t>GREETINGS </a:t>
            </a:r>
            <a:endParaRPr lang="en-US" sz="4000">
              <a:solidFill>
                <a:srgbClr val="3A3A3A"/>
              </a:solidFill>
              <a:latin typeface="Cormorant Garamond SemiBold" charset="0"/>
              <a:cs typeface="Cormorant Garamond SemiBol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-4307840" y="1322705"/>
            <a:ext cx="4070985" cy="700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5EFE6"/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en-US" sz="4000">
                <a:solidFill>
                  <a:srgbClr val="3A3A3A"/>
                </a:solidFill>
                <a:latin typeface="Cormorant Garamond SemiBold" charset="0"/>
                <a:cs typeface="Cormorant Garamond SemiBold" charset="0"/>
              </a:rPr>
              <a:t>INTRODUCTION </a:t>
            </a:r>
            <a:endParaRPr lang="en-US" sz="4000">
              <a:solidFill>
                <a:srgbClr val="3A3A3A"/>
              </a:solidFill>
              <a:latin typeface="Cormorant Garamond SemiBold" charset="0"/>
              <a:cs typeface="Cormorant Garamond SemiBold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0" y="-635"/>
            <a:ext cx="12192000" cy="6858635"/>
          </a:xfrm>
          <a:prstGeom prst="rect">
            <a:avLst/>
          </a:prstGeom>
          <a:solidFill>
            <a:srgbClr val="F3DCD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Horizontal Scroll 10"/>
          <p:cNvSpPr/>
          <p:nvPr/>
        </p:nvSpPr>
        <p:spPr>
          <a:xfrm>
            <a:off x="0" y="195580"/>
            <a:ext cx="5311140" cy="1400810"/>
          </a:xfrm>
          <a:prstGeom prst="horizontalScroll">
            <a:avLst/>
          </a:prstGeom>
          <a:solidFill>
            <a:srgbClr val="F7F1E8"/>
          </a:solidFill>
          <a:ln>
            <a:solidFill>
              <a:srgbClr val="D6B36A"/>
            </a:solidFill>
          </a:ln>
          <a:effectLst>
            <a:outerShdw blurRad="50800" dist="38100" dir="8100000" algn="tr" rotWithShape="0">
              <a:srgbClr val="C8B8A8">
                <a:alpha val="75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3192780" y="2900045"/>
            <a:ext cx="5807710" cy="610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Anyways kidding aside</a:t>
            </a:r>
            <a:endParaRPr lang="zh-CN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856990" y="3602355"/>
            <a:ext cx="4478655" cy="1233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Happy Birthday, Rain </a:t>
            </a:r>
            <a:r>
              <a:rPr lang="zh-CN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🤍</a:t>
            </a:r>
            <a:endParaRPr lang="zh-CN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  <a:p>
            <a:pPr algn="ctr"/>
            <a:r>
              <a:rPr lang="en-US" altLang="en-US" sz="3200">
                <a:solidFill>
                  <a:srgbClr val="3A3A3A"/>
                </a:solidFill>
                <a:latin typeface="Cormorant Garamond" charset="0"/>
                <a:cs typeface="Cormorant Garamond" charset="0"/>
              </a:rPr>
              <a:t>You deserve every good thing today	</a:t>
            </a:r>
            <a:endParaRPr lang="en-US" altLang="en-US" sz="3200">
              <a:solidFill>
                <a:srgbClr val="3A3A3A"/>
              </a:solidFill>
              <a:latin typeface="Cormorant Garamond" charset="0"/>
              <a:cs typeface="Cormorant Garamond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347470" y="545465"/>
            <a:ext cx="261620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solidFill>
                  <a:srgbClr val="3A3A3A"/>
                </a:solidFill>
                <a:latin typeface="Cormorant Garamond SemiBold" charset="0"/>
                <a:cs typeface="Cormorant Garamond SemiBold" charset="0"/>
              </a:rPr>
              <a:t>CLOSING</a:t>
            </a:r>
            <a:endParaRPr lang="en-US" sz="4000">
              <a:solidFill>
                <a:srgbClr val="3A3A3A"/>
              </a:solidFill>
              <a:latin typeface="Cormorant Garamond SemiBold" charset="0"/>
              <a:cs typeface="Cormorant Garamond SemiBold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-3782695" y="545465"/>
            <a:ext cx="3020695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solidFill>
                  <a:srgbClr val="3A3A3A"/>
                </a:solidFill>
                <a:latin typeface="Cormorant Garamond SemiBold" charset="0"/>
                <a:cs typeface="Cormorant Garamond SemiBold" charset="0"/>
              </a:rPr>
              <a:t>GREETINGS </a:t>
            </a:r>
            <a:endParaRPr lang="en-US" sz="4000">
              <a:solidFill>
                <a:srgbClr val="3A3A3A"/>
              </a:solidFill>
              <a:latin typeface="Cormorant Garamond SemiBold" charset="0"/>
              <a:cs typeface="Cormorant Garamond SemiBol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1022</Words>
  <Application>WPS Presentation</Application>
  <PresentationFormat>Widescreen</PresentationFormat>
  <Paragraphs>116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Cormorant Garamond</vt:lpstr>
      <vt:lpstr>Cormorant Garamond Medium</vt:lpstr>
      <vt:lpstr>Cormorant Garamond SemiBold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Kwatog</dc:creator>
  <cp:lastModifiedBy>Shin Seijuro</cp:lastModifiedBy>
  <cp:revision>4</cp:revision>
  <dcterms:created xsi:type="dcterms:W3CDTF">2025-07-23T00:59:00Z</dcterms:created>
  <dcterms:modified xsi:type="dcterms:W3CDTF">2025-12-28T10:26:44Z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DF4A763D34AD4E7A9398B641BBC12554_11</vt:lpwstr>
  </property>
  <property fmtid="{D5CDD505-2E9C-101B-9397-08002B2CF9AE}" pid="3" name="KSOProductBuildVer">
    <vt:lpwstr>1033-12.2.0.23196</vt:lpwstr>
  </property>
</Properties>
</file>